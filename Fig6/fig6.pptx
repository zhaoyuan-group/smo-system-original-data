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1896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BD7BC2-E46F-83B5-CDD6-D6B8E7A46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F94D4D-8135-48B0-7F3F-C0EDCF55B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FAA413-AAE2-3663-590E-593F4480E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C38D4-C3BC-4966-8C5D-1EEAF964A38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FF897D-2BD5-9F0D-2F26-66EC27806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D1B914-0AA4-512C-AB1B-2D5D51E23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BDAC-D0DE-4C7E-B6C6-5F38D931E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42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607F9-8179-6988-A7EB-154ED33E2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F1F4F3-041C-64EB-DF8E-4770F044B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AECE20-29A6-A4AF-01BD-36AF186B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C38D4-C3BC-4966-8C5D-1EEAF964A38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68D4C7-8559-885A-68B0-EA8C410E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11863-B66F-A29E-06E7-3DDD63DD3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BDAC-D0DE-4C7E-B6C6-5F38D931E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777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317CE-A7F3-5620-BE78-37381C8B8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A84529-1D23-08EC-AD2F-5D8FA3E18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EABB19-7290-D1E4-4987-E424DD369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C38D4-C3BC-4966-8C5D-1EEAF964A38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F697A1-54EF-AA57-2BA1-5877CB94B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C74100-30A9-0A3B-1A6B-D33FF386B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BDAC-D0DE-4C7E-B6C6-5F38D931E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08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2A2EF-6D00-DFA5-FEA9-0B91CFF67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FDC6DE-B3C7-2124-9EDB-ECF77350B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3910B4-ACC4-1B10-56A0-9430A4E50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062D6A-8107-1909-2576-CDBFC062E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C38D4-C3BC-4966-8C5D-1EEAF964A38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288061-78F7-EDF4-E1D7-4669C3CF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7EFC0D-0D85-C42E-23D5-7DCE3CB8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BDAC-D0DE-4C7E-B6C6-5F38D931E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43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206F0-1A29-B372-DCAD-B89F50BCB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225CA0-A56C-480A-6935-026D62024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35429C-E87B-EA4B-25C1-66C2DA6E3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BC5E61F-94B1-2FDF-7EF1-758470E593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5BDD96-3204-18C4-20CF-C76C3E91D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4132B3-E38D-4208-D0E9-28110631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C38D4-C3BC-4966-8C5D-1EEAF964A38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4395C72-8C82-1E65-0AEC-4557D7509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33536F-F392-124F-A0D5-4A7332D6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BDAC-D0DE-4C7E-B6C6-5F38D931E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1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C28DA-FE35-4034-1301-FFC766F8F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F79320-0FA7-1E86-02CF-9ACEB4CBF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C38D4-C3BC-4966-8C5D-1EEAF964A38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492686-929C-1077-98F7-CD75C6771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ED3573-7180-16DD-FFC7-09009C7F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BDAC-D0DE-4C7E-B6C6-5F38D931E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12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2987F5-A99E-0D25-6701-4189938FA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C38D4-C3BC-4966-8C5D-1EEAF964A38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E915462-3497-35FC-2396-CA18254C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65ACF6-7CB4-1A95-5989-2EC8DB6C5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BDAC-D0DE-4C7E-B6C6-5F38D931E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7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BE60CB-21FD-F2B1-C6B6-C60583DFD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DBC94C-0A70-0480-E3F4-D0C6956DB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C7A9F3-44CD-D354-AEAB-1A9FBA570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293597-6E34-C20B-BE36-25A7EDD90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C38D4-C3BC-4966-8C5D-1EEAF964A38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803B62-9460-C286-389A-A717CC5A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406774-2BB3-5FE6-2F99-615F33791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BDAC-D0DE-4C7E-B6C6-5F38D931E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24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88051-5FC6-A354-F046-C17B4B478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AADB71-47DB-2256-D377-39BA1FB266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9C8B8A-9938-9ABD-E388-E6D46C90D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A4A9C8-2B4F-7CBF-A01D-4B58123B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C38D4-C3BC-4966-8C5D-1EEAF964A38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886E99-9705-A7AD-8E26-1ABB96678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99D544-5BFE-5DE5-319E-EE3BB4A97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BDAC-D0DE-4C7E-B6C6-5F38D931E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126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CA4DE8-2F12-4D15-B41F-74F3B41DE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C04E9DC-CDAA-3CD5-468A-DD58EA1CF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2034AE-AF06-0899-3877-0FC766BB2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C38D4-C3BC-4966-8C5D-1EEAF964A38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795EFC-E750-0D06-F451-86ABB55C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0C0F34-B498-14F6-7E8F-63EB9D81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BDAC-D0DE-4C7E-B6C6-5F38D931E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368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8F3121E-E35D-CDCE-D750-1B33314150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9B1BA7-5222-BF12-083B-9DAF781F8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DD779A-D9AB-D678-C973-7C31E15B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C38D4-C3BC-4966-8C5D-1EEAF964A38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4DB61F-69FD-B184-9EAB-441169804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40C52A-226F-CE6B-D754-5A5055676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6BDAC-D0DE-4C7E-B6C6-5F38D931E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890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0CE37B-A67E-CC8F-F111-2DB0B5CD2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F38C63-18CC-277B-F8E1-6377909D8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6649DB-7546-84E3-D2BD-90E27704B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C38D4-C3BC-4966-8C5D-1EEAF964A385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F81661-9B23-7061-C08E-ED79C5951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2EA470-B422-57A3-E04C-579208F88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6BDAC-D0DE-4C7E-B6C6-5F38D931EB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61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10" Type="http://schemas.microsoft.com/office/2007/relationships/hdphoto" Target="../media/hdphoto4.wdp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D2C9E60B-DE31-FAD4-425F-D799427FC1BC}"/>
              </a:ext>
            </a:extLst>
          </p:cNvPr>
          <p:cNvGrpSpPr/>
          <p:nvPr/>
        </p:nvGrpSpPr>
        <p:grpSpPr>
          <a:xfrm>
            <a:off x="3252991" y="469275"/>
            <a:ext cx="5688016" cy="6177340"/>
            <a:chOff x="1171408" y="812866"/>
            <a:chExt cx="9852644" cy="10700239"/>
          </a:xfrm>
        </p:grpSpPr>
        <p:pic>
          <p:nvPicPr>
            <p:cNvPr id="30" name="图片 29">
              <a:extLst>
                <a:ext uri="{FF2B5EF4-FFF2-40B4-BE49-F238E27FC236}">
                  <a16:creationId xmlns:a16="http://schemas.microsoft.com/office/drawing/2014/main" id="{2B0CCCC3-4C7C-2D25-E3C9-FC6C8D71A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>
                          <a14:foregroundMark x1="27833" y1="94271" x2="27833" y2="94271"/>
                          <a14:foregroundMark x1="19089" y1="87173" x2="30296" y2="96139"/>
                          <a14:foregroundMark x1="13424" y1="94022" x2="30788" y2="98879"/>
                          <a14:foregroundMark x1="72660" y1="23661" x2="78571" y2="37983"/>
                          <a14:foregroundMark x1="77340" y1="15567" x2="84975" y2="31133"/>
                          <a14:foregroundMark x1="85345" y1="38854" x2="90394" y2="48070"/>
                          <a14:foregroundMark x1="93227" y1="81694" x2="95320" y2="8978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318881" y="872330"/>
              <a:ext cx="4758087" cy="4705349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EB1F927C-482B-120A-080A-0227F867B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0" b="100000" l="0" r="100000">
                          <a14:foregroundMark x1="13054" y1="6725" x2="20936" y2="13823"/>
                          <a14:foregroundMark x1="4433" y1="3611" x2="3818" y2="13200"/>
                          <a14:foregroundMark x1="20074" y1="2491" x2="29433" y2="1693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2172" y="5684439"/>
              <a:ext cx="4758088" cy="4705351"/>
            </a:xfrm>
            <a:prstGeom prst="rect">
              <a:avLst/>
            </a:prstGeom>
          </p:spPr>
        </p:pic>
        <p:sp>
          <p:nvSpPr>
            <p:cNvPr id="43" name="流程图: 接点 42">
              <a:extLst>
                <a:ext uri="{FF2B5EF4-FFF2-40B4-BE49-F238E27FC236}">
                  <a16:creationId xmlns:a16="http://schemas.microsoft.com/office/drawing/2014/main" id="{CEB0E45C-52FB-E668-EFE5-025BC15971EF}"/>
                </a:ext>
              </a:extLst>
            </p:cNvPr>
            <p:cNvSpPr/>
            <p:nvPr/>
          </p:nvSpPr>
          <p:spPr>
            <a:xfrm>
              <a:off x="8348147" y="8484789"/>
              <a:ext cx="72000" cy="72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39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72DF4E86-E9BB-86A8-E590-66641B5DCB53}"/>
                </a:ext>
              </a:extLst>
            </p:cNvPr>
            <p:cNvCxnSpPr>
              <a:cxnSpLocks/>
            </p:cNvCxnSpPr>
            <p:nvPr/>
          </p:nvCxnSpPr>
          <p:spPr>
            <a:xfrm>
              <a:off x="8384147" y="8520789"/>
              <a:ext cx="411675" cy="2402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31A5E08D-F8F0-FA4A-9980-67FF482600D5}"/>
                </a:ext>
              </a:extLst>
            </p:cNvPr>
            <p:cNvSpPr txBox="1"/>
            <p:nvPr/>
          </p:nvSpPr>
          <p:spPr>
            <a:xfrm>
              <a:off x="8710134" y="8627738"/>
              <a:ext cx="971513" cy="713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3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Asn313</a:t>
              </a:r>
              <a:endParaRPr lang="zh-CN" altLang="en-US" sz="1039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1192F30-3937-ED38-A9DD-AEAF9ACDA0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7191" y="8522889"/>
              <a:ext cx="66956" cy="274126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DBD0F12E-AA76-66FF-8937-9672281B5350}"/>
                </a:ext>
              </a:extLst>
            </p:cNvPr>
            <p:cNvSpPr txBox="1"/>
            <p:nvPr/>
          </p:nvSpPr>
          <p:spPr>
            <a:xfrm>
              <a:off x="9497532" y="7034963"/>
              <a:ext cx="971513" cy="713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3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AcSpm</a:t>
              </a:r>
              <a:endParaRPr lang="zh-CN" altLang="en-US" sz="1039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BA881D45-B497-82C6-188D-0354A522A833}"/>
                </a:ext>
              </a:extLst>
            </p:cNvPr>
            <p:cNvSpPr txBox="1"/>
            <p:nvPr/>
          </p:nvSpPr>
          <p:spPr>
            <a:xfrm>
              <a:off x="4096315" y="1977264"/>
              <a:ext cx="679926" cy="713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3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Spm</a:t>
              </a:r>
              <a:endParaRPr lang="zh-CN" altLang="en-US" sz="1039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CF9DAE80-8989-726C-7780-689683B8E97E}"/>
                </a:ext>
              </a:extLst>
            </p:cNvPr>
            <p:cNvSpPr txBox="1"/>
            <p:nvPr/>
          </p:nvSpPr>
          <p:spPr>
            <a:xfrm>
              <a:off x="2555380" y="1274531"/>
              <a:ext cx="679926" cy="713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3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FAD</a:t>
              </a:r>
              <a:endParaRPr lang="zh-CN" altLang="en-US" sz="1039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2CFC933A-8DB9-9720-58C6-243F8E41858F}"/>
                </a:ext>
              </a:extLst>
            </p:cNvPr>
            <p:cNvSpPr txBox="1"/>
            <p:nvPr/>
          </p:nvSpPr>
          <p:spPr>
            <a:xfrm>
              <a:off x="6674446" y="7373517"/>
              <a:ext cx="679926" cy="713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3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FAD</a:t>
              </a:r>
              <a:endParaRPr lang="zh-CN" altLang="en-US" sz="1039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CAC295FF-D456-1081-8D8B-E427D17232C8}"/>
                </a:ext>
              </a:extLst>
            </p:cNvPr>
            <p:cNvSpPr txBox="1"/>
            <p:nvPr/>
          </p:nvSpPr>
          <p:spPr>
            <a:xfrm>
              <a:off x="1356945" y="812866"/>
              <a:ext cx="679926" cy="652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47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1847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C9081D6B-294C-655D-877F-452F10E7CCD4}"/>
                </a:ext>
              </a:extLst>
            </p:cNvPr>
            <p:cNvSpPr txBox="1"/>
            <p:nvPr/>
          </p:nvSpPr>
          <p:spPr>
            <a:xfrm>
              <a:off x="6300235" y="5623288"/>
              <a:ext cx="378063" cy="652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47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CN" altLang="en-US" sz="1847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3" name="图片 62">
              <a:extLst>
                <a:ext uri="{FF2B5EF4-FFF2-40B4-BE49-F238E27FC236}">
                  <a16:creationId xmlns:a16="http://schemas.microsoft.com/office/drawing/2014/main" id="{66000EAE-AB53-E5A3-DFD7-0F9E2C69B5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159" t="83241" r="1979"/>
            <a:stretch/>
          </p:blipFill>
          <p:spPr>
            <a:xfrm>
              <a:off x="4646775" y="10363806"/>
              <a:ext cx="3495394" cy="1149299"/>
            </a:xfrm>
            <a:prstGeom prst="rect">
              <a:avLst/>
            </a:prstGeom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D0E8FCE1-8ED2-A0AC-2A92-707969D946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246" b="99138" l="20209" r="82327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16" r="18036"/>
            <a:stretch/>
          </p:blipFill>
          <p:spPr>
            <a:xfrm>
              <a:off x="1171408" y="5749061"/>
              <a:ext cx="4758088" cy="4658360"/>
            </a:xfrm>
            <a:prstGeom prst="rect">
              <a:avLst/>
            </a:prstGeom>
          </p:spPr>
        </p:pic>
        <p:pic>
          <p:nvPicPr>
            <p:cNvPr id="68" name="图片 67">
              <a:extLst>
                <a:ext uri="{FF2B5EF4-FFF2-40B4-BE49-F238E27FC236}">
                  <a16:creationId xmlns:a16="http://schemas.microsoft.com/office/drawing/2014/main" id="{F678BCE4-50A2-3C91-FC81-52A08C0F74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0" b="100000" l="20955" r="83371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94" r="16808"/>
            <a:stretch/>
          </p:blipFill>
          <p:spPr>
            <a:xfrm>
              <a:off x="6262172" y="940807"/>
              <a:ext cx="4761880" cy="4658360"/>
            </a:xfrm>
            <a:prstGeom prst="rect">
              <a:avLst/>
            </a:prstGeom>
          </p:spPr>
        </p:pic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CCE2FB8B-4105-E4AA-3D26-E9D94C376000}"/>
                </a:ext>
              </a:extLst>
            </p:cNvPr>
            <p:cNvSpPr txBox="1"/>
            <p:nvPr/>
          </p:nvSpPr>
          <p:spPr>
            <a:xfrm>
              <a:off x="6314749" y="855535"/>
              <a:ext cx="679926" cy="652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47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1847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E90F95E9-1B83-2B5C-6E50-009FE809304A}"/>
                </a:ext>
              </a:extLst>
            </p:cNvPr>
            <p:cNvSpPr txBox="1"/>
            <p:nvPr/>
          </p:nvSpPr>
          <p:spPr>
            <a:xfrm>
              <a:off x="1318880" y="5608114"/>
              <a:ext cx="679926" cy="652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47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1847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FC35A199-7F34-1A32-F736-EAF6981D28C9}"/>
                </a:ext>
              </a:extLst>
            </p:cNvPr>
            <p:cNvSpPr txBox="1"/>
            <p:nvPr/>
          </p:nvSpPr>
          <p:spPr>
            <a:xfrm>
              <a:off x="7660598" y="2221049"/>
              <a:ext cx="679926" cy="713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3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FAD</a:t>
              </a:r>
              <a:endParaRPr lang="zh-CN" altLang="en-US" sz="1039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7CFFB4F4-CAE0-63D1-A97B-120BE98138DB}"/>
                </a:ext>
              </a:extLst>
            </p:cNvPr>
            <p:cNvSpPr txBox="1"/>
            <p:nvPr/>
          </p:nvSpPr>
          <p:spPr>
            <a:xfrm>
              <a:off x="2886463" y="6803974"/>
              <a:ext cx="679926" cy="713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3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FAD</a:t>
              </a:r>
              <a:endParaRPr lang="zh-CN" altLang="en-US" sz="1039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521FADC7-DE72-3FEC-EED4-3DE3AA8A20E1}"/>
                </a:ext>
              </a:extLst>
            </p:cNvPr>
            <p:cNvSpPr txBox="1"/>
            <p:nvPr/>
          </p:nvSpPr>
          <p:spPr>
            <a:xfrm>
              <a:off x="8115698" y="3501289"/>
              <a:ext cx="971513" cy="713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3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AcSpm</a:t>
              </a:r>
              <a:endParaRPr lang="zh-CN" altLang="en-US" sz="1039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18CCBB7B-ECCE-B646-EB68-1EF07A9BAE0A}"/>
                </a:ext>
              </a:extLst>
            </p:cNvPr>
            <p:cNvSpPr txBox="1"/>
            <p:nvPr/>
          </p:nvSpPr>
          <p:spPr>
            <a:xfrm>
              <a:off x="4106164" y="7570410"/>
              <a:ext cx="679926" cy="713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3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Spm</a:t>
              </a:r>
              <a:endParaRPr lang="zh-CN" altLang="en-US" sz="1039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06531207-7001-32B8-1282-07178285B27A}"/>
                </a:ext>
              </a:extLst>
            </p:cNvPr>
            <p:cNvSpPr txBox="1"/>
            <p:nvPr/>
          </p:nvSpPr>
          <p:spPr>
            <a:xfrm>
              <a:off x="2842345" y="3670566"/>
              <a:ext cx="902978" cy="467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55" b="1" dirty="0">
                  <a:solidFill>
                    <a:srgbClr val="0000E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SMO</a:t>
              </a:r>
              <a:endParaRPr lang="zh-CN" altLang="en-US" sz="1155" b="1" dirty="0">
                <a:solidFill>
                  <a:srgbClr val="0000E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056C5D2C-59CC-2D3D-D29A-DC32C6606B43}"/>
                </a:ext>
              </a:extLst>
            </p:cNvPr>
            <p:cNvSpPr txBox="1"/>
            <p:nvPr/>
          </p:nvSpPr>
          <p:spPr>
            <a:xfrm>
              <a:off x="8913488" y="4063639"/>
              <a:ext cx="902978" cy="467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55" b="1" dirty="0">
                  <a:solidFill>
                    <a:srgbClr val="0000E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SMO</a:t>
              </a:r>
              <a:endParaRPr lang="zh-CN" altLang="en-US" sz="1155" b="1" dirty="0">
                <a:solidFill>
                  <a:srgbClr val="0000E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AA60FEF-73E4-2D21-1C37-C7D0937324B0}"/>
                </a:ext>
              </a:extLst>
            </p:cNvPr>
            <p:cNvSpPr txBox="1"/>
            <p:nvPr/>
          </p:nvSpPr>
          <p:spPr>
            <a:xfrm>
              <a:off x="1787223" y="9156339"/>
              <a:ext cx="1047365" cy="467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55" b="1" dirty="0">
                  <a:solidFill>
                    <a:srgbClr val="0000E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APAO</a:t>
              </a:r>
              <a:endParaRPr lang="zh-CN" altLang="en-US" sz="1155" b="1" dirty="0">
                <a:solidFill>
                  <a:srgbClr val="0000E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53369B1-4E6B-B2F0-9B4C-D8135975B5AE}"/>
                </a:ext>
              </a:extLst>
            </p:cNvPr>
            <p:cNvSpPr txBox="1"/>
            <p:nvPr/>
          </p:nvSpPr>
          <p:spPr>
            <a:xfrm>
              <a:off x="8263440" y="6588529"/>
              <a:ext cx="1047365" cy="4678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155" b="1" dirty="0">
                  <a:solidFill>
                    <a:srgbClr val="0000E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APAO</a:t>
              </a:r>
              <a:endParaRPr lang="zh-CN" altLang="en-US" sz="1155" b="1" dirty="0">
                <a:solidFill>
                  <a:srgbClr val="0000E4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13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gbl1</dc:creator>
  <cp:lastModifiedBy>gbl1</cp:lastModifiedBy>
  <cp:revision>1</cp:revision>
  <dcterms:created xsi:type="dcterms:W3CDTF">2026-06-09T03:46:11Z</dcterms:created>
  <dcterms:modified xsi:type="dcterms:W3CDTF">2026-06-09T03:46:37Z</dcterms:modified>
</cp:coreProperties>
</file>